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69" r:id="rId5"/>
    <p:sldId id="258" r:id="rId6"/>
    <p:sldId id="259" r:id="rId7"/>
    <p:sldId id="265" r:id="rId8"/>
    <p:sldId id="266" r:id="rId9"/>
    <p:sldId id="270" r:id="rId10"/>
    <p:sldId id="262" r:id="rId11"/>
    <p:sldId id="263" r:id="rId12"/>
    <p:sldId id="264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Boot Project Overview</a:t>
            </a:r>
          </a:p>
          <a:p>
            <a:r>
              <a:t>Prepared by Vijaya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Spring Boot based Product Management System.</a:t>
            </a:r>
          </a:p>
          <a:p>
            <a:r>
              <a:t>It follows layered architecture using Controller, Service, Repository.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product management is inefficient and error-prone.</a:t>
            </a:r>
          </a:p>
          <a:p>
            <a:r>
              <a:t>There is a need for a centralized system to manage products digitally</a:t>
            </a:r>
          </a:p>
          <a:p>
            <a:r>
              <a:t>with CRUD operations and simple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Add new products</a:t>
            </a:r>
          </a:p>
          <a:p>
            <a:pPr marL="0" indent="0">
              <a:buNone/>
            </a:pPr>
            <a:r>
              <a:rPr dirty="0"/>
              <a:t>• View product list</a:t>
            </a:r>
          </a:p>
          <a:p>
            <a:pPr marL="0" indent="0">
              <a:buNone/>
            </a:pPr>
            <a:r>
              <a:rPr dirty="0"/>
              <a:t>• Update product details</a:t>
            </a:r>
          </a:p>
          <a:p>
            <a:pPr marL="0" indent="0">
              <a:buNone/>
            </a:pPr>
            <a:r>
              <a:rPr dirty="0"/>
              <a:t>• Delete products</a:t>
            </a:r>
          </a:p>
          <a:p>
            <a:pPr marL="0" indent="0">
              <a:buNone/>
            </a:pPr>
            <a:r>
              <a:rPr dirty="0"/>
              <a:t>• REST API based backend</a:t>
            </a:r>
          </a:p>
          <a:p>
            <a:pPr marL="0" indent="0">
              <a:buNone/>
            </a:pPr>
            <a:r>
              <a:rPr dirty="0"/>
              <a:t>• Simple HTML + JS frontend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</a:t>
            </a:r>
            <a:r>
              <a:rPr lang="en-IN" dirty="0"/>
              <a:t>21</a:t>
            </a:r>
            <a:endParaRPr dirty="0"/>
          </a:p>
          <a:p>
            <a:r>
              <a:rPr dirty="0"/>
              <a:t>Spring Boot</a:t>
            </a:r>
          </a:p>
          <a:p>
            <a:r>
              <a:rPr dirty="0"/>
              <a:t>Spring Data JPA</a:t>
            </a:r>
          </a:p>
          <a:p>
            <a:r>
              <a:rPr dirty="0"/>
              <a:t>MySQL</a:t>
            </a:r>
          </a:p>
          <a:p>
            <a:r>
              <a:rPr dirty="0"/>
              <a:t>HTML, CSS, JavaScript</a:t>
            </a:r>
          </a:p>
          <a:p>
            <a:r>
              <a:rPr dirty="0"/>
              <a:t>Maven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controller - handles HTTP requests</a:t>
            </a:r>
          </a:p>
          <a:p>
            <a:r>
              <a:rPr dirty="0"/>
              <a:t>service - business logic</a:t>
            </a:r>
          </a:p>
          <a:p>
            <a:r>
              <a:rPr dirty="0"/>
              <a:t>repository - database access</a:t>
            </a:r>
          </a:p>
          <a:p>
            <a:r>
              <a:rPr dirty="0"/>
              <a:t>model - entity classes</a:t>
            </a:r>
          </a:p>
          <a:p>
            <a:r>
              <a:rPr dirty="0" err="1"/>
              <a:t>dto</a:t>
            </a:r>
            <a:r>
              <a:rPr dirty="0"/>
              <a:t> - data transfer objects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Frontend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static folder</a:t>
            </a:r>
          </a:p>
          <a:p>
            <a:r>
              <a:rPr dirty="0"/>
              <a:t>index.html</a:t>
            </a:r>
          </a:p>
          <a:p>
            <a:r>
              <a:rPr dirty="0"/>
              <a:t>styles.css</a:t>
            </a:r>
          </a:p>
          <a:p>
            <a:r>
              <a:rPr dirty="0"/>
              <a:t>app.js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application.properties</a:t>
            </a:r>
            <a:endParaRPr dirty="0"/>
          </a:p>
          <a:p>
            <a:r>
              <a:rPr dirty="0"/>
              <a:t>Database and server configuration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API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Browser UI</a:t>
            </a:r>
          </a:p>
          <a:p>
            <a:r>
              <a:rPr dirty="0"/>
              <a:t>   ↓</a:t>
            </a:r>
          </a:p>
          <a:p>
            <a:r>
              <a:rPr dirty="0"/>
              <a:t>Controller (</a:t>
            </a:r>
            <a:r>
              <a:rPr dirty="0" err="1"/>
              <a:t>ProductController</a:t>
            </a:r>
            <a:r>
              <a:rPr dirty="0"/>
              <a:t>)</a:t>
            </a:r>
          </a:p>
          <a:p>
            <a:r>
              <a:rPr dirty="0"/>
              <a:t>   ↓</a:t>
            </a:r>
          </a:p>
          <a:p>
            <a:r>
              <a:rPr dirty="0"/>
              <a:t>Service (</a:t>
            </a:r>
            <a:r>
              <a:rPr dirty="0" err="1"/>
              <a:t>ProductService</a:t>
            </a:r>
            <a:r>
              <a:rPr dirty="0"/>
              <a:t>)</a:t>
            </a:r>
          </a:p>
          <a:p>
            <a:r>
              <a:rPr dirty="0"/>
              <a:t>   ↓</a:t>
            </a:r>
          </a:p>
          <a:p>
            <a:r>
              <a:rPr dirty="0"/>
              <a:t>Repository (</a:t>
            </a:r>
            <a:r>
              <a:rPr dirty="0" err="1"/>
              <a:t>ProductRepository</a:t>
            </a:r>
            <a:r>
              <a:rPr dirty="0"/>
              <a:t>)</a:t>
            </a:r>
          </a:p>
          <a:p>
            <a:r>
              <a:rPr dirty="0"/>
              <a:t>   ↓</a:t>
            </a:r>
          </a:p>
          <a:p>
            <a:r>
              <a:rPr dirty="0"/>
              <a:t>MySQL 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6943" y="300923"/>
            <a:ext cx="7948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dirty="0"/>
              <a:t>Browser UI – Product Management Dashboard</a:t>
            </a:r>
          </a:p>
        </p:txBody>
      </p:sp>
      <p:pic>
        <p:nvPicPr>
          <p:cNvPr id="4" name="Picture 3" descr="fe397678-180b-4384-8a72-55da14aa35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86" y="1097280"/>
            <a:ext cx="8229600" cy="2883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72860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Spring Boot Application Running (Eclipse &amp; Console Logs)</a:t>
            </a:r>
          </a:p>
        </p:txBody>
      </p:sp>
      <p:pic>
        <p:nvPicPr>
          <p:cNvPr id="4" name="Picture 3" descr="3ced73ff-3b2d-43bb-b2c5-fc8b6ebc2c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272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User Authentication &amp; Role Management</a:t>
            </a:r>
          </a:p>
          <a:p>
            <a:pPr marL="0" indent="0">
              <a:buNone/>
            </a:pPr>
            <a:r>
              <a:rPr dirty="0"/>
              <a:t>• Pagination &amp; Search for Products</a:t>
            </a:r>
          </a:p>
          <a:p>
            <a:pPr marL="0" indent="0">
              <a:buNone/>
            </a:pPr>
            <a:r>
              <a:rPr dirty="0"/>
              <a:t>• REST API Security using JWT</a:t>
            </a:r>
          </a:p>
          <a:p>
            <a:pPr marL="0" indent="0">
              <a:buNone/>
            </a:pPr>
            <a:r>
              <a:rPr dirty="0"/>
              <a:t>• Cloud Deployment (AWS / Azure)</a:t>
            </a:r>
          </a:p>
          <a:p>
            <a:pPr marL="0" indent="0">
              <a:buNone/>
            </a:pPr>
            <a:r>
              <a:rPr dirty="0"/>
              <a:t>• CI/CD Integration using Jenkins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Dockerization</a:t>
            </a:r>
            <a:r>
              <a:rPr dirty="0"/>
              <a:t> of Application</a:t>
            </a:r>
          </a:p>
          <a:p>
            <a:pPr marL="0" indent="0">
              <a:buNone/>
            </a:pPr>
            <a:r>
              <a:rPr dirty="0"/>
              <a:t>• Improved UI using React / Angular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Boot simplifies backend development.</a:t>
            </a:r>
          </a:p>
          <a:p>
            <a:r>
              <a:rPr lang="en-US" dirty="0"/>
              <a:t>Layered architecture improves maintainability.</a:t>
            </a:r>
          </a:p>
          <a:p>
            <a:r>
              <a:rPr lang="en-US" dirty="0"/>
              <a:t>Project demonstrates real-time CRUD application.</a:t>
            </a:r>
          </a:p>
          <a:p>
            <a:r>
              <a:rPr lang="en-US" dirty="0"/>
              <a:t>Easy to maintain and scalable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263</Words>
  <Application>Microsoft Office PowerPoint</Application>
  <PresentationFormat>On-screen Show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Product Management System</vt:lpstr>
      <vt:lpstr>Project Overview</vt:lpstr>
      <vt:lpstr>Problem Statement</vt:lpstr>
      <vt:lpstr>Features</vt:lpstr>
      <vt:lpstr>Technology Stack</vt:lpstr>
      <vt:lpstr>Project Structure</vt:lpstr>
      <vt:lpstr>Frontend Resources</vt:lpstr>
      <vt:lpstr>Configuration</vt:lpstr>
      <vt:lpstr>API Flow Diagram</vt:lpstr>
      <vt:lpstr>PowerPoint Presentation</vt:lpstr>
      <vt:lpstr>PowerPoint Presentation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Vijaya Ravichandaran</dc:creator>
  <cp:keywords/>
  <dc:description>generated using python-pptx</dc:description>
  <cp:lastModifiedBy>Vijaya Ravichandaran</cp:lastModifiedBy>
  <cp:revision>3</cp:revision>
  <dcterms:created xsi:type="dcterms:W3CDTF">2013-01-27T09:14:16Z</dcterms:created>
  <dcterms:modified xsi:type="dcterms:W3CDTF">2025-12-16T10:46:52Z</dcterms:modified>
  <cp:category/>
</cp:coreProperties>
</file>